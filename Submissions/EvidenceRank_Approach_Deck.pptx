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videnceR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EvidenceRank — Candidate Proof Engine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INDIA RUNS Track 1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CPU-only, offline candidate ranking for approximately 100,000 profiles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Built for evidence-backed, explainable, and reproducible selection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The problem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Traditional résumé matching trusts self-reported keywords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High keyword overlap can hide weak or missing career proof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Recruiters need reliable top-10 candidates, not merely a large shortlist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Why keyword matching fails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Keyword stuffing can outrank genuine experience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Hidden gems may describe strong work in plain language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Skill claims are not connected to projects, deployment, or evaluation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No protection exists against contradictory or suspicious profiles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Core idea: prove the match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Create a compact fingerprint for every candidate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Separate claimed skills from career evidence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Rank with proof, production depth, evaluation, risk, and constraints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Explain every top result using fields already present in the profile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System architecture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Streaming profiler keeps full-dataset memory use bounded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JD parsing and proof graphs remain fully local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Deep risk and calibration work runs only on bounded top pools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See `architecture_diagram.mmd` for the end-to-end flow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Candidate Proof Graph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Supported: direct title, project, achievement, or career evidence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Weakly supported: broad profile or education mention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Unsupported: claim exists without matching evidence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Short snippets show exactly what the system found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Honeypot Firewall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Detects keyword stuffing, zero-duration expertise, and contradictions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Assigns explainable low, medium, high, or severe risk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Applies bounded penalties instead of aggressive blanket deletion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Protects the top 10 with stricter deterministic checks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Evidence Calibration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Rewards retrieval, ranking, evaluation, and production proof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Checks JD-specific positive and negative constraints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Uses hireability signals modestly; missing behavior stays neutral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Calibration cannot replace weak technical evidence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Evaluation and safety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Offline benchmark: 100% pass rate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Four-variant ablation compares keyword, baseline, risk, and calibration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Eight synthetic benchmark cases test intended ranking behavior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Weight sensitivity checks that results are not tied to one fragile setup</a:t>
            </a:r>
          </a:p>
        </p:txBody>
      </p:sp>
      <p:sp>
        <p:nvSpPr>
          <p:cNvPr id="8" name="Bullet 5"/>
          <p:cNvSpPr txBox="1"/>
          <p:nvPr/>
        </p:nvSpPr>
        <p:spPr>
          <a:xfrm>
            <a:off x="900000" y="607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Final submission safety: PASSED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Submission outputs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`ranked_candidates.csv` is the final answer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`score_breakdown.csv` exposes component scores and penalties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Proof, honeypot, calibration, runtime, and reproducibility audits are included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Submission and demo ZIPs use explicit safe allowlists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Performance and reproducibility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Measured ranking for 5,000 fingerprints: 9.62 seconds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Projected ranking for 100,000 fingerprints: 192 seconds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Observed peak RSS: 57.60 MB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CPU-only, offline, and independent of external APIs.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6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500" b="1">
                <a:solidFill>
                  <a:srgbClr val="F7FBFF"/>
                </a:solidFill>
              </a:rPr>
              <a:t>Impact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00000" y="28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31D6C8"/>
                </a:solidFill>
              </a:rPr>
              <a:t>EVIDENCERANK</a:t>
            </a:r>
          </a:p>
        </p:txBody>
      </p:sp>
      <p:sp>
        <p:nvSpPr>
          <p:cNvPr id="4" name="Bullet 1"/>
          <p:cNvSpPr txBox="1"/>
          <p:nvPr/>
        </p:nvSpPr>
        <p:spPr>
          <a:xfrm>
            <a:off x="900000" y="235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Recruiters receive evidence-backed rankings instead of keyword counts</a:t>
            </a:r>
          </a:p>
        </p:txBody>
      </p:sp>
      <p:sp>
        <p:nvSpPr>
          <p:cNvPr id="5" name="Bullet 2"/>
          <p:cNvSpPr txBox="1"/>
          <p:nvPr/>
        </p:nvSpPr>
        <p:spPr>
          <a:xfrm>
            <a:off x="900000" y="328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Top candidates come with concise proof and transparent concerns</a:t>
            </a:r>
          </a:p>
        </p:txBody>
      </p:sp>
      <p:sp>
        <p:nvSpPr>
          <p:cNvPr id="6" name="Bullet 3"/>
          <p:cNvSpPr txBox="1"/>
          <p:nvPr/>
        </p:nvSpPr>
        <p:spPr>
          <a:xfrm>
            <a:off x="900000" y="421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Risk-aware reranking improves confidence in the most visible positions</a:t>
            </a:r>
          </a:p>
        </p:txBody>
      </p:sp>
      <p:sp>
        <p:nvSpPr>
          <p:cNvPr id="7" name="Bullet 4"/>
          <p:cNvSpPr txBox="1"/>
          <p:nvPr/>
        </p:nvSpPr>
        <p:spPr>
          <a:xfrm>
            <a:off x="900000" y="514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2100">
                <a:solidFill>
                  <a:srgbClr val="EAF4FF"/>
                </a:solidFill>
              </a:rPr>
              <a:t>• Human review remains the final hiring decision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00000" y="66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>
                <a:solidFill>
                  <a:srgbClr val="91A9BE"/>
                </a:solidFill>
              </a:rPr>
              <a:t>EvidenceRank | INDIA RUNS Track 1         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idenceRank">
  <a:themeElements>
    <a:clrScheme name="EvidenceRank">
      <a:dk1>
        <a:srgbClr val="07111F"/>
      </a:dk1>
      <a:lt1>
        <a:srgbClr val="F7FBFF"/>
      </a:lt1>
      <a:dk2>
        <a:srgbClr val="102136"/>
      </a:dk2>
      <a:lt2>
        <a:srgbClr val="EAF4FF"/>
      </a:lt2>
      <a:accent1>
        <a:srgbClr val="31D6C8"/>
      </a:accent1>
      <a:accent2>
        <a:srgbClr val="58A6FF"/>
      </a:accent2>
      <a:accent3>
        <a:srgbClr val="F6C85F"/>
      </a:accent3>
      <a:accent4>
        <a:srgbClr val="FF7B72"/>
      </a:accent4>
      <a:accent5>
        <a:srgbClr val="A9BDD0"/>
      </a:accent5>
      <a:accent6>
        <a:srgbClr val="24405D"/>
      </a:accent6>
      <a:hlink>
        <a:srgbClr val="58A6FF"/>
      </a:hlink>
      <a:folHlink>
        <a:srgbClr val="A9BDD0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EvidenceRank">
      <a:fillStyleLst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EvidenceRank Deck Exporter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EvidenceRank — Candidate Proof Engine</dc:title>
  <dc:creator>EvidenceRank</dc:creator>
  <dcterms:created xsi:type="dcterms:W3CDTF">2026-06-21T13:00:51.699713+00:00</dcterms:created>
</cp:coreProperties>
</file>